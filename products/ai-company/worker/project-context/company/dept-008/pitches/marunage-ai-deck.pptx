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A3F7E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4A90D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まるなげAI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LINEで話しかけるだけのAI秘書SaaS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事業計画書 — 2026年3月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AC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「人を雇うほどじゃないけど、自分一人では回らない」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AC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フリーランス・個人事業主209万人の業務課題をAIで解決する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背景：フリーランスの「時間がない」問題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3774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A90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209万人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本業フリーランス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総務省「就業構造基本調査」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(2022年)。広義では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1,303万人（ランサーズ2024）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3774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188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39C1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事務作業を負担と回答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フリーランス白書2024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（フリーランス協会）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稼働時間の約20%が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バックオフィス業務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3774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188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約2倍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雇用コスト vs 給与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社保・労災・採用・教育費で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給与の約2倍のコスト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（マネーフォワード調べ）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個人事業主には非現実的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749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収入0円の月がある: 32.4%</a:t>
            </a:r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|　収入に不満: 40.2%</a:t>
            </a:r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— フリーランス白書2025（フリーランス協会）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市場分析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3291840"/>
          </a:xfrm>
          <a:prstGeom prst="ellipse">
            <a:avLst/>
          </a:prstGeom>
          <a:solidFill>
            <a:srgbClr val="CADCFC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554480"/>
            <a:ext cx="2560320" cy="2377440"/>
          </a:xfrm>
          <a:prstGeom prst="ellipse">
            <a:avLst/>
          </a:prstGeom>
          <a:solidFill>
            <a:srgbClr val="4A90D9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1920240"/>
            <a:ext cx="1463040" cy="1463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500人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0972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TAM: 約250億円/年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本業フリーランス209万人 × 年間約1.2万円（月1,000円のSaaS支出中央値）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出典: 総務省 就業構造基本調査2022 / フリマド SaaS利用調査2023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19456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21945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SAM: 約30億円/年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SaaS利用率77% × 有料契約45% × 月額1万円以上支払い意向20% → 約14万人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出典: フリマド「フリーランスのSaaS利用に関するアンケート調査」2023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329184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3291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SOM: 約7,200万円/年（初年度）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初年度獲得目標500人 × 平均月額12,000円 × 12ヶ月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500人 = SAM 14万人の0.36%。β版テスト+口コミベースの保守的推計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追い風となる市場トレンド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国内AI市場 CAGR 25.6%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2024年 1.3兆円 → 2029年 4.2兆円（予測）</a:t>
            </a:r>
            <a:endParaRPr lang="en-US" sz="1600" dirty="0"/>
          </a:p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出典: IDC Japan 2024年国内AIシステム市場予測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0" y="11887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LINE MAU 1億人超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人口カバー率96%。60代以上も約70%が利用</a:t>
            </a:r>
            <a:endParaRPr lang="en-US" sz="1600" dirty="0"/>
          </a:p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出典: LINEヤフー プレスリリース 2026年1月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931920" cy="13716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8346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オンラインアシスタント利用率 わずか3%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米国は約70%。巨大な成長余地が存在</a:t>
            </a:r>
            <a:endParaRPr lang="en-US" sz="1400" dirty="0"/>
          </a:p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出典: BPOテクノロジー（PR TIMES）2023年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743200"/>
            <a:ext cx="3931920" cy="13716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8346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チャットボット市場 CAGR 22.9%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2023年 112億円 → 2029年 445億円（予測）</a:t>
            </a:r>
            <a:endParaRPr lang="en-US" sz="1400" dirty="0"/>
          </a:p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出典: 矢野経済研究所「対話型AIシステム市場調査」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企業とのチャット問い合わせ希望: 全年代6割超、20-30代は7割 — モビルス「LINE公式アカウント利用実態調査2025」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ソリューション: LINE × AI で業務を丸投げ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LINEに話しかけるだけで、AIが秘書・SNS担当・経理アシスタントを兼任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645920" cy="109728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メッセージ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0" y="2194560"/>
            <a:ext cx="109728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645920"/>
            <a:ext cx="1645920" cy="109728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AI秘書が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理解・判断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194560"/>
            <a:ext cx="109728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645920"/>
            <a:ext cx="1645920" cy="109728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自動実行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＆返信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2194560"/>
            <a:ext cx="109728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1645920"/>
            <a:ext cx="1645920" cy="109728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業務完了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報告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2011680" cy="13716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スケジュール管理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AC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Googleカレンダー連携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AC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予定の確認・追加・リマインド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3108960"/>
            <a:ext cx="2011680" cy="13716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5176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SNS自動投稿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AC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note.com, Threads, Xに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AC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AIが記事生成・自動投稿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3108960"/>
            <a:ext cx="2011680" cy="13716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経理リマインド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AC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請求書発行タイミング通知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AC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経費記録・月次レポート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40880" y="3108960"/>
            <a:ext cx="2011680" cy="13716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4088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顧客対応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AC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問い合わせ一次対応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AC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FAQ自動回答・履歴管理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UX: なぜLINEなのか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474720" cy="32004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3474720" cy="365760"/>
          </a:xfrm>
          <a:prstGeom prst="rect">
            <a:avLst/>
          </a:prstGeom>
          <a:solidFill>
            <a:srgbClr val="06C75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77440" y="1645920"/>
            <a:ext cx="1645920" cy="320040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明日の予定は？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25603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25603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明日（3/27）の予定: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11:00-12:00 草分さん打合せ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他に予定はありません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2834640"/>
            <a:ext cx="1920240" cy="320040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noteに記事書いて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291840"/>
            <a:ext cx="25603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記事を生成して下書き保存しました!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「ADHDグレーの僕が...」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 ゼロ学習コスト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新しいアプリ不要。LINE友だち追加だけで即利用。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LINEは全年代利用率90%超（総務省2025年調査）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 自然言語で完結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マニュアル不要。友達にLINEする感覚で業務依頼。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LINE公式アカウント「便利」回答率8割（モビルス2025）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 24時間対応 × 学習する秘書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深夜のメモも早朝の確認もAIが即対応。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使うほどあなたの仕事スタイルを理解。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ビジネスモデル &amp; 収益予測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548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ライト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¥9,800</a:t>
            </a:r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/月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スケジュール管理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TODO管理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天気・情報検索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 1アカウント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05840"/>
            <a:ext cx="2651760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スタンダード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¥19,800</a:t>
            </a:r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/月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ライト全機能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 3アカウント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経理リマインド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顧客対応bot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部門AI（5部門）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005840"/>
            <a:ext cx="2651760" cy="5486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¥39,800</a:t>
            </a:r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/月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2103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スタンダード全機能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SNS無制限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部門AI（全部門）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カスタム自動化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優先サポート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収益予測（保守的シナリオ）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947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194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6ヶ月目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12ヶ月目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24ヶ月目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有料ユーザー数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50人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500人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2,000人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月間売上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60万円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600万円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2,400万円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月間コスト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20万円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150万円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500万円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営業利益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40万円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450万円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1,900万円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価格設定根拠: フリーランスの月額SaaS支出は62%が3,000円以下（フリマド2023）。人間VA月額5〜15万円との中間価格帯を狙う。初期ユーザーはβテスト→口コミ獲得を想定。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競合分析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011680"/>
                <a:gridCol w="2560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人間VA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(フジ子さん等)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汎用AI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(ChatGPT等)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まるなげAI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月額コスト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6.3〜13.2万円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約3,000円〜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9,800円〜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業務実行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○ 人が対応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× 提案のみ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○ 自動実行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24時間対応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× 稼働時間限定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○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○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SNS投稿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△ 手動依頼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× 投稿不可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○ 自動投稿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カレンダー連携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○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△ 手動コピペ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○ 双方向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導入の手軽さ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× 面接・契約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○ 即利用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○ LINE追加のみ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品質の安定性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△ 人による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○ 安定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○ 安定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差別化: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「提案するだけのAI」でも「高価な人間VA」でもない、</a:t>
            </a:r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月1万円で業務を実行できるAI秘書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。LINEという既存インフラ上で動くため導入障壁ゼロ。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人間VA料金: HELP YOU「オンライン秘書サービス比較15選」2025年。ChatGPT Plus: $20/月。Notion AI: $10/月。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リスク分析と対策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731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市場リスク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920240" y="1005840"/>
            <a:ext cx="32004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1005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フリーランスのSaaS支出は62%が月3,000円以下。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月9,800円は高い価格帯。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12080" y="1005840"/>
            <a:ext cx="34747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1005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無料トライアル→成果実感→有料転換の導線設計。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人間VA（月6万円〜）との比較で価値訴求。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371600" cy="7315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74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技術リスク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0240" y="1874520"/>
            <a:ext cx="32004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1874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API費用が利用量に比例して増加。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LLMの精度・幻覚問題。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0" y="1874520"/>
            <a:ext cx="34747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1874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プラン別の利用上限設定でコスト管理。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重要操作は確認ステップを挟む安全設計。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1371600" cy="7315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43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競合リスク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20240" y="2743200"/>
            <a:ext cx="32004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大手（LINE/OpenAI等）が類似機能を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標準搭載する可能性。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0" y="2743200"/>
            <a:ext cx="34747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2743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業務特化・日本のフリーランス文化への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深い適応で差別化。先行者利益の確保。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1371600" cy="731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11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採用リスク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0240" y="3611880"/>
            <a:ext cx="32004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011680" y="3611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AI活用に興味なしが約5割。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中小企業AI導入率は14.9%。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12080" y="3611880"/>
            <a:ext cx="34747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「AI」を前面に出さず「LINE秘書」として訴求。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ITリテラシー高層から段階的に拡大。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20240" y="777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2A0"/>
                </a:solidFill>
              </a:rPr>
              <a:t>リスク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12080" y="777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2A0"/>
                </a:solidFill>
              </a:rPr>
              <a:t>対策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出典: ランサーズ「フリーランス実態調査2024」（AI興味なし約5割）/ 野村総合研究所2025（中小企業AI導入率14.9%）/ フリマド2023（SaaS支出）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実行スケジュール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2103120"/>
            <a:ext cx="73152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965960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Month 1-2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MVP &amp; β版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4688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コア4機能開発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βユーザー5名テスト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フィードバック反映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63240" y="196596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280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Month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正式リリース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24688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決済実装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LP公開・広告開始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有料プラン開始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49240" y="1965960"/>
            <a:ext cx="274320" cy="2743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80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Month 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50ユーザー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4688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機能拡張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CS体制構築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月商60万円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35240" y="1965960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280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Month 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500ユーザー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4688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機能拡張・API公開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パートナー連携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月商600万円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技術基盤（LINE↔Claude連携・SNS自動投稿・カレンダー連携）は既に構築・運用済み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 &amp; 投資計画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7432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構築済みの技術基盤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LINE ↔ Claude Code 双方向連携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仮想組織AI（8部門・自律運用中）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note.com / Threads 自動投稿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Googleカレンダー双方向連携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ブラウザ自動操作基盤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コマンド体系 &amp; 部門メンション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27432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97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必要投資額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開発費（3ヶ月）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¥0（自社リソースで開発）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マーケティング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¥300,000（LP制作 + 広告費 3ヶ月分）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インフラ・API費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¥50,000/月（Claude API + サーバー）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合計初期投資: ¥500,000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投資回収シナリオ: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50人 × 平均月額12,000円 = 月商60万円（6ヶ月目目標）。累計投資50万円を6ヶ月目で回収。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出典・参考資料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 総務省「令和4年 就業構造基本調査」(2022) — フリーランス人口209万人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 ランサーズ「フリーランス実態調査2024」 — 広義フリーランス1,303万人、AI興味なし約5割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 フリーランス協会「フリーランス白書2024」 — 事務負担25%回答、協働実態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4. フリーランス協会「フリーランス白書2025」 — 収入0円月32.4%、収入不満40.2%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5. フリマド「フリーランスのSaaS利用に関するアンケート調査」(2023, n=109) — SaaS利用率77%、月額支出分布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6. マネーフォワード — 個人事業主の雇用コスト（給与の約2倍）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7. IDC Japan「2024年 国内AIシステム市場予測」 — 2024年1.3兆円、2029年4.2兆円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8. 矢野経済研究所「対話型AIシステム市場調査」 — チャットボット市場CAGR 22.9%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9. LINEヤフー プレスリリース (2026年1月) — LINE MAU 1億人超、カバー率96%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10. モビルス「LINE公式アカウント利用実態調査2025」(n=655) — チャット問い合わせ希望6割超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11. BPOテクノロジー (2023) — 日本のオンラインアシスタント利用率3%（米国約70%）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12. HELP YOU「オンライン秘書サービス比較15選」(2025) — 人間VA料金相場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13. 野村総合研究所 (2025, n=6,156) — 中小企業AI導入率14.9%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まるなげAI — AI秘書SaaS 事業計画書</dc:title>
  <dc:subject>PptxGenJS Presentation</dc:subject>
  <dc:creator>新規事業開発部</dc:creator>
  <cp:lastModifiedBy>新規事業開発部</cp:lastModifiedBy>
  <cp:revision>1</cp:revision>
  <dcterms:created xsi:type="dcterms:W3CDTF">2026-03-26T23:17:10Z</dcterms:created>
  <dcterms:modified xsi:type="dcterms:W3CDTF">2026-03-26T23:17:10Z</dcterms:modified>
</cp:coreProperties>
</file>