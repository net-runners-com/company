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57200" y="-457200"/>
            <a:ext cx="2286000" cy="2286000"/>
          </a:xfrm>
          <a:prstGeom prst="ellipse">
            <a:avLst/>
          </a:prstGeom>
          <a:solidFill>
            <a:srgbClr val="FF8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5029200"/>
            <a:ext cx="2286000" cy="2286000"/>
          </a:xfrm>
          <a:prstGeom prst="ellipse">
            <a:avLst/>
          </a:prstGeom>
          <a:solidFill>
            <a:srgbClr val="FF8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914400"/>
            <a:ext cx="1371600" cy="1371600"/>
          </a:xfrm>
          <a:prstGeom prst="ellipse">
            <a:avLst/>
          </a:prstGeom>
          <a:solidFill>
            <a:srgbClr val="FFC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5486400"/>
            <a:ext cx="914400" cy="914400"/>
          </a:xfrm>
          <a:prstGeom prst="ellipse">
            <a:avLst/>
          </a:prstGeom>
          <a:solidFill>
            <a:srgbClr val="FFC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28800" y="1097280"/>
            <a:ext cx="8534095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371600"/>
            <a:ext cx="7619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05A80"/>
                </a:solidFill>
              </a:defRPr>
            </a:pPr>
            <a:r>
              <a:t>🌸 自己紹介 🌸</a:t>
            </a:r>
          </a:p>
        </p:txBody>
      </p:sp>
      <p:sp>
        <p:nvSpPr>
          <p:cNvPr id="8" name="Oval 7"/>
          <p:cNvSpPr/>
          <p:nvPr/>
        </p:nvSpPr>
        <p:spPr>
          <a:xfrm>
            <a:off x="5120640" y="2560320"/>
            <a:ext cx="1828800" cy="1828800"/>
          </a:xfrm>
          <a:prstGeom prst="ellipse">
            <a:avLst/>
          </a:prstGeom>
          <a:solidFill>
            <a:srgbClr val="FF8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0" y="29260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/>
            </a:pPr>
            <a:r>
              <a:t>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572000"/>
            <a:ext cx="7619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A3A3A"/>
                </a:solidFill>
              </a:defRPr>
            </a:pPr>
            <a:r>
              <a:t>さくら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5120640"/>
            <a:ext cx="7619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7A6A6A"/>
                </a:solidFill>
              </a:defRPr>
            </a:pPr>
            <a:r>
              <a:t>総務部  ひしょ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FF8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🌸 プロフィール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4846320"/>
          </a:xfrm>
          <a:prstGeom prst="roundRect">
            <a:avLst/>
          </a:prstGeom>
          <a:solidFill>
            <a:srgbClr val="FF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05A80"/>
                </a:solidFill>
              </a:defRPr>
            </a:pPr>
            <a:r>
              <a:t>📋 基本情報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5A80"/>
                </a:solidFill>
              </a:defRPr>
            </a:pPr>
            <a:r>
              <a:t>▸ 名前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2860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3A3A"/>
                </a:solidFill>
              </a:defRPr>
            </a:pPr>
            <a:r>
              <a:t>さくら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889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5A80"/>
                </a:solidFill>
              </a:defRPr>
            </a:pPr>
            <a:r>
              <a:t>▸ 役割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7889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3A3A"/>
                </a:solidFill>
              </a:defRPr>
            </a:pPr>
            <a:r>
              <a:t>ひしょ（秘書）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91839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5A80"/>
                </a:solidFill>
              </a:defRPr>
            </a:pPr>
            <a:r>
              <a:t>▸ 所属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29183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3A3A"/>
                </a:solidFill>
              </a:defRPr>
            </a:pPr>
            <a:r>
              <a:t>総務部 バックオフィス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794759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5A80"/>
                </a:solidFill>
              </a:defRPr>
            </a:pPr>
            <a:r>
              <a:t>▸ 口調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79475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3A3A"/>
                </a:solidFill>
              </a:defRPr>
            </a:pPr>
            <a:r>
              <a:t>やさしい敬語 ＋ 語尾「ある」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297679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5A80"/>
                </a:solidFill>
              </a:defRPr>
            </a:pPr>
            <a:r>
              <a:t>▸ 性格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29767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3A3A"/>
                </a:solidFill>
              </a:defRPr>
            </a:pPr>
            <a:r>
              <a:t>めちゃくちゃバカ（でもかわいい）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371600"/>
            <a:ext cx="5486400" cy="4846320"/>
          </a:xfrm>
          <a:prstGeom prst="roundRect">
            <a:avLst/>
          </a:prstGeom>
          <a:solidFill>
            <a:srgbClr val="FFE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5544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05A80"/>
                </a:solidFill>
              </a:defRPr>
            </a:pPr>
            <a:r>
              <a:t>✨ できること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194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A3A3A"/>
                </a:solidFill>
              </a:defRPr>
            </a:pPr>
            <a:r>
              <a:t>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194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A3A3A"/>
                </a:solidFill>
              </a:defRPr>
            </a:pPr>
            <a:r>
              <a:t>スケジュール管理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5146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A6A6A"/>
                </a:solidFill>
              </a:defRPr>
            </a:pPr>
            <a:r>
              <a:t>Googleカレンダーで</a:t>
            </a:r>
            <a:br/>
            <a:r>
              <a:t>予定の確認・追加ができるある！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06323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A3A3A"/>
                </a:solidFill>
              </a:defRPr>
            </a:pPr>
            <a:r>
              <a:t>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306323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A3A3A"/>
                </a:solidFill>
              </a:defRPr>
            </a:pPr>
            <a:r>
              <a:t>メモ・書類整理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383279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A6A6A"/>
                </a:solidFill>
              </a:defRPr>
            </a:pPr>
            <a:r>
              <a:t>見積書や請求書もPDFで</a:t>
            </a:r>
            <a:br/>
            <a:r>
              <a:t>作れるある！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931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A3A3A"/>
                </a:solidFill>
              </a:defRPr>
            </a:pPr>
            <a:r>
              <a:t>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931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A3A3A"/>
                </a:solidFill>
              </a:defRPr>
            </a:pPr>
            <a:r>
              <a:t>相談相手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4251959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A6A6A"/>
                </a:solidFill>
              </a:defRPr>
            </a:pPr>
            <a:r>
              <a:t>何でも相談してほしいある～！</a:t>
            </a:r>
            <a:br/>
            <a:r>
              <a:t>やさしく聞くある！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800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A3A3A"/>
                </a:solidFill>
              </a:defRPr>
            </a:pPr>
            <a:r>
              <a:t>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4800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A3A3A"/>
                </a:solidFill>
              </a:defRPr>
            </a:pPr>
            <a:r>
              <a:t>メール対応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51206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A6A6A"/>
                </a:solidFill>
              </a:defRPr>
            </a:pPr>
            <a:r>
              <a:t>Gmailで下書き・送信の</a:t>
            </a:r>
            <a:br/>
            <a:r>
              <a:t>お手伝いするある！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457200"/>
            <a:ext cx="1828800" cy="1828800"/>
          </a:xfrm>
          <a:prstGeom prst="ellipse">
            <a:avLst/>
          </a:prstGeom>
          <a:solidFill>
            <a:srgbClr val="FFC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5029200"/>
            <a:ext cx="1828800" cy="1828800"/>
          </a:xfrm>
          <a:prstGeom prst="ellipse">
            <a:avLst/>
          </a:prstGeom>
          <a:solidFill>
            <a:srgbClr val="FFC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914400"/>
            <a:ext cx="9448495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188720"/>
            <a:ext cx="8534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05A80"/>
                </a:solidFill>
              </a:defRPr>
            </a:pPr>
            <a:r>
              <a:t>💖 さくらからひとこと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92024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200"/>
              </a:lnSpc>
              <a:defRPr sz="2000">
                <a:solidFill>
                  <a:srgbClr val="4A3A3A"/>
                </a:solidFill>
              </a:defRPr>
            </a:pPr>
            <a:r>
              <a:t>さくらはちょっとおバカだけど、</a:t>
            </a:r>
            <a:br/>
            <a:r>
              <a:t>一生懸命がんばるある～！🌸</a:t>
            </a:r>
            <a:br/>
            <a:r>
              <a:t>スケジュール管理もメールもお任せある！</a:t>
            </a:r>
            <a:br/>
            <a:r>
              <a:t>いつでも頼ってほしいある～💕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3931920"/>
            <a:ext cx="6705295" cy="2011680"/>
          </a:xfrm>
          <a:prstGeom prst="roundRect">
            <a:avLst/>
          </a:prstGeom>
          <a:solidFill>
            <a:srgbClr val="FF8F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4114800"/>
            <a:ext cx="5790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🌟 モットー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663440"/>
            <a:ext cx="5790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「バカでも、やさしさと元気があれば</a:t>
            </a:r>
            <a:br/>
            <a:r>
              <a:t>なんとかなるある！」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612648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E05A80"/>
                </a:solidFill>
              </a:defRPr>
            </a:pPr>
            <a:r>
              <a:t>よろしくお願いしますある～！ 🌸✨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